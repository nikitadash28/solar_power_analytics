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74420"/>
            <a:ext cx="10058400" cy="5623560"/>
            <a:chOff x="0" y="1074420"/>
            <a:chExt cx="10058400" cy="5623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4420"/>
              <a:ext cx="10058400" cy="562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31223" y="6432803"/>
              <a:ext cx="1022985" cy="213360"/>
            </a:xfrm>
            <a:custGeom>
              <a:avLst/>
              <a:gdLst/>
              <a:ahLst/>
              <a:cxnLst/>
              <a:rect l="l" t="t" r="r" b="b"/>
              <a:pathLst>
                <a:path w="1022984" h="213359">
                  <a:moveTo>
                    <a:pt x="1022604" y="213360"/>
                  </a:moveTo>
                  <a:lnTo>
                    <a:pt x="0" y="213360"/>
                  </a:lnTo>
                  <a:lnTo>
                    <a:pt x="0" y="0"/>
                  </a:lnTo>
                  <a:lnTo>
                    <a:pt x="1022604" y="0"/>
                  </a:lnTo>
                  <a:lnTo>
                    <a:pt x="1022604" y="21336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SOLAR POWER ANALYTICS PPT</dc:title>
  <dcterms:created xsi:type="dcterms:W3CDTF">2026-09-25T10:48:50Z</dcterms:created>
  <dcterms:modified xsi:type="dcterms:W3CDTF">2026-09-25T10:48:50Z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LastSaved">
    <vt:filetime>2026-09-25T00:00:00Z</vt:filetime>
  </property>
  <property fmtid="{D5CDD505-2E9C-101B-9397-08002B2CF9AE}" pid="5" name="Producer">
    <vt:lpwstr>Microsoft: Print To PDF</vt:lpwstr>
  </property>
</Properties>
</file>